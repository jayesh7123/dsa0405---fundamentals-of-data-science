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48" d="100"/>
          <a:sy n="48" d="100"/>
        </p:scale>
        <p:origin x="134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33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png" /><Relationship Id="rId4" Type="http://schemas.openxmlformats.org/officeDocument/2006/relationships/image" Target="../media/image9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.png" /><Relationship Id="rId5" Type="http://schemas.openxmlformats.org/officeDocument/2006/relationships/image" Target="../media/image4.png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1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5402" y="27432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800" y="406908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0287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DSA0405 - FUNDAMENTALS OF DATA SCIENCE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Manipulation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transforming, and shaping raw data for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9144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867F5-3713-384C-6060-3C0E9505158D}"/>
              </a:ext>
            </a:extLst>
          </p:cNvPr>
          <p:cNvSpPr txBox="1"/>
          <p:nvPr/>
        </p:nvSpPr>
        <p:spPr>
          <a:xfrm>
            <a:off x="6547236" y="5499219"/>
            <a:ext cx="3445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Jayesh Ranjan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3BEA2-4370-088B-BC24-152DBB69E2B7}"/>
              </a:ext>
            </a:extLst>
          </p:cNvPr>
          <p:cNvSpPr txBox="1"/>
          <p:nvPr/>
        </p:nvSpPr>
        <p:spPr>
          <a:xfrm>
            <a:off x="777240" y="5512038"/>
            <a:ext cx="2584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KrishnaRaj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Data Manipulation?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adjusting, organizing, and reshaping raw data to make it easier to read, analyze, and use for decision-making.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8575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697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messy, raw data into clean, structured tables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36347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data for accurate analysis and visualization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icons/lay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44119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251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step in every data science workflow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223760" y="1280160"/>
            <a:ext cx="4389120" cy="4480560"/>
          </a:xfrm>
          <a:prstGeom prst="roundRect">
            <a:avLst>
              <a:gd name="adj" fmla="val 3125"/>
            </a:avLst>
          </a:prstGeom>
          <a:solidFill>
            <a:srgbClr val="F1FAF9"/>
          </a:solidFill>
          <a:ln/>
        </p:spPr>
      </p:sp>
      <p:sp>
        <p:nvSpPr>
          <p:cNvPr id="14" name="Shape 9"/>
          <p:cNvSpPr/>
          <p:nvPr/>
        </p:nvSpPr>
        <p:spPr>
          <a:xfrm>
            <a:off x="8961120" y="192024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3" descr="icons/exchan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148840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376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22376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722376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Manipulated Data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22376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Structured · Ready to analyze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Core Data Manipulation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building blocks used to reshape any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rows that meet specific conditions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2194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so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23865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data in a meaningful order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21945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mer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23865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Join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 from multiple sources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8126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lay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3284" y="238658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Aggregate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7260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data by category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Handling Missing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are common in real datasets — here's how to deal with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4871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or null values across columns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icon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36301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or columns when too much data is missing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3891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icons/exchan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72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407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47731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gaps using the mean, median, or a fixed value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1FAF9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understand WHY data is missing before choosing how to handle it.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Transformation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values so data is consistent and analysis-ready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5146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7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500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77063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numeric values to a common range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0574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974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3500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98080" y="277063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categories into numeric form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5262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lay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7091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616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78231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values into summary statistics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526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tab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7091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616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0" y="478231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or melt data between wide and long formats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Popular Tools for Data Manipulation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tools used across the data science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5146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7203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for tabular data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21031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251460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7203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4114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manipulate databases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21031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78040" y="251460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7203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92240" y="4114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Spreadsheet-based manipulation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21031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58400" y="25146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lay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40" y="27203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72600" y="4114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distributed data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Best Practices &amp;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56362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43560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keep a copy of the original raw data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1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21284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transformation step you apply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2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1181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99008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types and ranges after each change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3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8953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76732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results — don't assume the output is correct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4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6725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454456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repeatable steps with scripts, not manual edits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7680960" y="1371600"/>
            <a:ext cx="3931920" cy="4297680"/>
          </a:xfrm>
          <a:prstGeom prst="roundRect">
            <a:avLst>
              <a:gd name="adj" fmla="val 3488"/>
            </a:avLst>
          </a:prstGeom>
          <a:solidFill>
            <a:srgbClr val="0B2E33"/>
          </a:solidFill>
          <a:ln/>
        </p:spPr>
      </p:sp>
      <p:sp>
        <p:nvSpPr>
          <p:cNvPr id="19" name="Shape 12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5" descr="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125980"/>
            <a:ext cx="502920" cy="5029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68096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8001000" y="34747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 manipulation is invisible — it just makes every step after it easier.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868355" y="3535680"/>
            <a:ext cx="3200400" cy="32004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67528" y="192024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thumbs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988" y="21717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 · Data Manipulation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373</Words>
  <Application>Microsoft Office PowerPoint</Application>
  <PresentationFormat>Widescreen</PresentationFormat>
  <Paragraphs>85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Jayesh Ranjan Yalakatturu</cp:lastModifiedBy>
  <cp:revision>5</cp:revision>
  <dcterms:created xsi:type="dcterms:W3CDTF">2026-08-04T08:35:41Z</dcterms:created>
  <dcterms:modified xsi:type="dcterms:W3CDTF">2026-08-04T08:56:28Z</dcterms:modified>
</cp:coreProperties>
</file>